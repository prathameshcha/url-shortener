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59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URL Shortener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0" y="5486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E7F3"/>
                </a:solidFill>
              </a:rPr>
              <a:t>Presented by Abhishek Poonia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411480"/>
            <a:ext cx="3657600" cy="2560320"/>
          </a:xfrm>
          <a:prstGeom prst="ellipse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31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3A73"/>
                </a:solidFill>
              </a:rPr>
              <a:t>URL Shortener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URLs easy to share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94944" y="24871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7D8494"/>
                </a:solidFill>
              </a:rPr>
              <a:t>A full-stack web application that converts long links into short, clean and shareable URLs using React.js, Node.js, Express and MongoDB.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13232" y="34290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95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4023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</a:rPr>
              <a:t>Abhishek Poonia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" y="43251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8494"/>
                </a:solidFill>
              </a:rPr>
              <a:t>Submitted to Nivotech Solutions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8494"/>
                </a:solidFill>
              </a:rPr>
              <a:t>Date: 21-04-26</a:t>
            </a:r>
            <a:endParaRPr lang="en-US" sz="1050" dirty="0"/>
          </a:p>
        </p:txBody>
      </p:sp>
      <p:pic>
        <p:nvPicPr>
          <p:cNvPr id="13" name="Image 0" descr="/mnt/data/WhatsApp Image 2026-04-21 at 10.59.4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65821"/>
            <a:ext cx="5394960" cy="254911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5800" y="5623560"/>
            <a:ext cx="4617720" cy="384048"/>
          </a:xfrm>
          <a:prstGeom prst="roundRect">
            <a:avLst>
              <a:gd name="adj" fmla="val 19048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715000"/>
            <a:ext cx="4224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FFFFFF"/>
                </a:solidFill>
              </a:rPr>
              <a:t>React.js • Node.js • Express • MongoDB • Tailwind CSS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1/11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A quick walkthrough of the project, its technology, and how it works.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739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430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D8494"/>
                </a:solidFill>
              </a:rPr>
              <a:t>What the application does and why it is useful.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154680" y="164592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739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430"/>
                </a:solidFill>
              </a:rPr>
              <a:t>Core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D8494"/>
                </a:solidFill>
              </a:rPr>
              <a:t>The main user-facing functions of the app.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715000" y="164592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7739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430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25146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D8494"/>
                </a:solidFill>
              </a:rPr>
              <a:t>Frontend, backend, database, and styling tools.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275320" y="164592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17739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2212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430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25146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D8494"/>
                </a:solidFill>
              </a:rPr>
              <a:t>How the UI, API, and database communicate.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94360" y="3703320"/>
            <a:ext cx="10241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83133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9136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27024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430"/>
                </a:solidFill>
              </a:rPr>
              <a:t>Demo &amp; 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7D8494"/>
                </a:solidFill>
              </a:rPr>
              <a:t>Screenshots, learnings, and future scope.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URL Shortener helps users convert long links into compact URLs that are easy to share and remember.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810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3A73"/>
                </a:solidFill>
              </a:rPr>
              <a:t>What the project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2139696"/>
            <a:ext cx="5029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Accepts a valid long URL from the user.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Generates a shortened version of the link.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Stores the mapping in MongoDB for future access.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Shows the shortened links even after refreshing the page.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64208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10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3A73"/>
                </a:solidFill>
              </a:rPr>
              <a:t>Why it is useful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9088" y="2139696"/>
            <a:ext cx="5029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Makes URLs cleaner for social media and messaging.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Improves sharing convenience for users.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Provides a neat history of shortened links.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Demonstrates practical full-stack development skills.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104595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55371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E4350"/>
                </a:solidFill>
              </a:rPr>
              <a:t>In short, this project solves a simple but common problem: long URLs are difficult to share. By making a short link, the user gets a faster, cleaner, and more professional sharing experience.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663440" y="5212080"/>
            <a:ext cx="2788920" cy="402336"/>
          </a:xfrm>
          <a:prstGeom prst="roundRect">
            <a:avLst>
              <a:gd name="adj" fmla="val 15909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531266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Full-stack + Responsive UI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application was built around a simple, user-friendly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96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6596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Responsive Layout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1463040" y="20848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Works well on desktop, tablet, and mobile screens.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8196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196596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URL Validation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7178040" y="20848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Shows an error when the input is not a valid URL.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0540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2004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063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Link History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1463040" y="33192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Displays shortened links even after the browser refreshes.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355080" y="288036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30540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32004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3063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One-Click Copy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7178040" y="33192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Lets users copy the short link quickly to the clipboard.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42885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43484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Persistent Storage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1463040" y="45537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Saves URL mappings in the MongoDB database.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55080" y="41148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19672" y="42885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443484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F2430"/>
                </a:solidFill>
              </a:rPr>
              <a:t>Clean Interface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7178040" y="45537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7D8494"/>
                </a:solidFill>
              </a:rPr>
              <a:t>Uses a modern design inspired by the Frontend Mentor challenge.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project uses modern web technologies across the front end, back end, and database layer.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56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408176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React.js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08176" y="21396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Builds the interactive user interface and handles client-side state.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425696" y="16642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56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NO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175504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Node.js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21396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Provides the JavaScript runtime for server-side development.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193024" y="16642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95681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EX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942832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Express.js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42832" y="21396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Creates routes and REST APIs for link shortening requests.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58368" y="353872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83133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MO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408176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MongoDB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08176" y="40142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Stores long-to-short URL mappings in a flexible NoSQL format.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425696" y="353872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83133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TA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175504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75504" y="40142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Helps style the UI quickly with responsive utility classes.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193024" y="353872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3831336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HT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942832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HTML5 + CSS3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42832" y="40142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7D8494"/>
                </a:solidFill>
              </a:rPr>
              <a:t>Forms the structure and visual styling of the web pages.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request flows through the UI, API, and database before the short link is returned.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020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2430"/>
                </a:solidFill>
              </a:rPr>
              <a:t>User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2971800" y="214884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27020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2430"/>
                </a:solidFill>
              </a:rPr>
              <a:t>React Frontend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5486400" y="214884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F1FBFC"/>
          </a:solidFill>
          <a:ln w="12700">
            <a:solidFill>
              <a:srgbClr val="32C8CF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27020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25A7AE"/>
                </a:solidFill>
              </a:rPr>
              <a:t>Express API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092440" y="2148840"/>
            <a:ext cx="2148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27020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2430"/>
                </a:solidFill>
              </a:rPr>
              <a:t>MongoDB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10561320" y="233172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61320" y="27020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2430"/>
                </a:solidFill>
              </a:rPr>
              <a:t>Short Link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2697480" y="2816352"/>
            <a:ext cx="246888" cy="0"/>
          </a:xfrm>
          <a:prstGeom prst="line">
            <a:avLst/>
          </a:prstGeom>
          <a:noFill/>
          <a:ln w="12700">
            <a:solidFill>
              <a:srgbClr val="25A7A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2816352"/>
            <a:ext cx="320040" cy="0"/>
          </a:xfrm>
          <a:prstGeom prst="line">
            <a:avLst/>
          </a:prstGeom>
          <a:noFill/>
          <a:ln w="12700">
            <a:solidFill>
              <a:srgbClr val="25A7A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99248" y="2816352"/>
            <a:ext cx="365760" cy="0"/>
          </a:xfrm>
          <a:prstGeom prst="line">
            <a:avLst/>
          </a:prstGeom>
          <a:noFill/>
          <a:ln w="12700">
            <a:solidFill>
              <a:srgbClr val="25A7A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41280" y="2816352"/>
            <a:ext cx="228600" cy="0"/>
          </a:xfrm>
          <a:prstGeom prst="line">
            <a:avLst/>
          </a:prstGeom>
          <a:noFill/>
          <a:ln w="12700">
            <a:solidFill>
              <a:srgbClr val="25A7A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160520"/>
            <a:ext cx="10378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4416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3A73"/>
                </a:solidFill>
              </a:rPr>
              <a:t>Workflow summary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70916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350"/>
                </a:solidFill>
              </a:rPr>
              <a:t>1) User pastes a long URL.   2) Frontend validates and sends the request.   3) Backend creates the short code.   4) MongoDB stores the mapping.   5) The UI displays the shortened link for copying.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A simple user journey from entering a URL to copying the final shortened link.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594360" cy="594360"/>
          </a:xfrm>
          <a:prstGeom prst="ellipse">
            <a:avLst/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2788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2430"/>
                </a:solidFill>
              </a:rPr>
              <a:t>Paste URL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7D8494"/>
                </a:solidFill>
              </a:rPr>
              <a:t>The user enters a valid long link in the input field.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130552" y="2121408"/>
            <a:ext cx="676656" cy="0"/>
          </a:xfrm>
          <a:prstGeom prst="line">
            <a:avLst/>
          </a:prstGeom>
          <a:noFill/>
          <a:ln w="12700">
            <a:solidFill>
              <a:srgbClr val="C0C5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64992" y="1828800"/>
            <a:ext cx="594360" cy="594360"/>
          </a:xfrm>
          <a:prstGeom prst="ellipse">
            <a:avLst/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53512" y="2606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26664" y="2788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2430"/>
                </a:solidFill>
              </a:rPr>
              <a:t>Validate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3044952" y="304495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7D8494"/>
                </a:solidFill>
              </a:rPr>
              <a:t>The app checks the input and shows an error for invalid entries.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98264" y="2121408"/>
            <a:ext cx="676656" cy="0"/>
          </a:xfrm>
          <a:prstGeom prst="line">
            <a:avLst/>
          </a:prstGeom>
          <a:noFill/>
          <a:ln w="12700">
            <a:solidFill>
              <a:srgbClr val="C0C5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32704" y="1828800"/>
            <a:ext cx="594360" cy="594360"/>
          </a:xfrm>
          <a:prstGeom prst="ellipse">
            <a:avLst/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21224" y="2606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94376" y="2788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2430"/>
                </a:solidFill>
              </a:rPr>
              <a:t>Shorten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312664" y="304495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7D8494"/>
                </a:solidFill>
              </a:rPr>
              <a:t>The backend generates a short identifier for the URL.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665976" y="2121408"/>
            <a:ext cx="676656" cy="0"/>
          </a:xfrm>
          <a:prstGeom prst="line">
            <a:avLst/>
          </a:prstGeom>
          <a:noFill/>
          <a:ln w="12700">
            <a:solidFill>
              <a:srgbClr val="C0C5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00416" y="1828800"/>
            <a:ext cx="594360" cy="594360"/>
          </a:xfrm>
          <a:prstGeom prst="ellipse">
            <a:avLst/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0416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88936" y="2606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62088" y="2788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2430"/>
                </a:solidFill>
              </a:rPr>
              <a:t>Save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580376" y="304495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7D8494"/>
                </a:solidFill>
              </a:rPr>
              <a:t>The mapping is stored in MongoDB.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933688" y="2121408"/>
            <a:ext cx="676656" cy="0"/>
          </a:xfrm>
          <a:prstGeom prst="line">
            <a:avLst/>
          </a:prstGeom>
          <a:noFill/>
          <a:ln w="12700">
            <a:solidFill>
              <a:srgbClr val="C0C5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68128" y="1828800"/>
            <a:ext cx="594360" cy="594360"/>
          </a:xfrm>
          <a:prstGeom prst="ellipse">
            <a:avLst/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19842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756648" y="2606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829800" y="2788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2430"/>
                </a:solidFill>
              </a:rPr>
              <a:t>Copy &amp; Share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9848088" y="304495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7D8494"/>
                </a:solidFill>
              </a:rPr>
              <a:t>The user copies the new link with a single click.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22960" y="443484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718304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3E4350"/>
                </a:solidFill>
              </a:rPr>
              <a:t>The app is designed to feel instant and simple. The user only needs to paste a link, click a button, and receive a neat shareable URL.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Interface Screenshot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screenshot below shows the hero section, input field, and the modern responsive design of the project.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108813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WhatsApp Image 2026-04-21 at 10.59.4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80" y="1737360"/>
            <a:ext cx="9327848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84080" y="1993392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48672" y="210312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Hero Area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235440" y="45262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08592" y="463600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Shorten Link Button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8760" y="4709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4D4170"/>
          </a:solidFill>
          <a:ln w="12700">
            <a:solidFill>
              <a:srgbClr val="4D41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480974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Field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Database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server handles link creation while MongoDB keeps the mappings safe for later use.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3A73"/>
                </a:solidFill>
              </a:rPr>
              <a:t>Backend responsibilities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139696"/>
            <a:ext cx="498348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Receive shortening requests from the React app.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Validate the incoming URL and create a short identifier.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Store and retrieve records through API endpoints.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Return short URLs back to the frontend in JSON form.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Handle error cases such as invalid input or duplicates.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64208"/>
            <a:ext cx="528523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83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3A73"/>
                </a:solidFill>
              </a:rPr>
              <a:t>Example database record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73952" y="2212848"/>
            <a:ext cx="4663440" cy="2697480"/>
          </a:xfrm>
          <a:prstGeom prst="roundRect">
            <a:avLst>
              <a:gd name="adj" fmla="val 2712"/>
            </a:avLst>
          </a:prstGeom>
          <a:solidFill>
            <a:srgbClr val="F7F9FD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395728"/>
            <a:ext cx="4251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longUrl: "https://www.example.com/very/long/link",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shortCode: "a1B9x",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shortUrl: "https://short.ly/a1B9x",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clicks: 0,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"2026-04-21"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Learnings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8494"/>
                </a:solidFill>
              </a:rPr>
              <a:t>The project was a good practice exercise in full-stack integration and UI design.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099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52120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810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3A73"/>
                </a:solidFill>
              </a:rPr>
              <a:t>Challenges faced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05256" y="2139696"/>
            <a:ext cx="48006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Keeping the UI responsive across different screen sizes.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Handling invalid URLs gracefully.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Maintaining link data after page refresh.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Connecting the React frontend with the backend API.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664208"/>
            <a:ext cx="52120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10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3A73"/>
                </a:solidFill>
              </a:rPr>
              <a:t>What I learned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0528" y="2139696"/>
            <a:ext cx="48006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How to design a clean and practical user interface.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How REST APIs connect frontend and backend layers.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How MongoDB helps store dynamic application data.
</a:t>
            </a:r>
            <a:r>
              <a:rPr lang="en-US" sz="1250" b="1" dirty="0">
                <a:solidFill>
                  <a:srgbClr val="25A7AE"/>
                </a:solidFill>
              </a:rPr>
              <a:t>• </a:t>
            </a:r>
            <a:r>
              <a:rPr lang="en-US" sz="1250" dirty="0">
                <a:solidFill>
                  <a:srgbClr val="3E4350"/>
                </a:solidFill>
              </a:rPr>
              <a:t>How to organise a full-stack project in a structured way.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5440680"/>
            <a:ext cx="10469880" cy="566928"/>
          </a:xfrm>
          <a:prstGeom prst="roundRect">
            <a:avLst>
              <a:gd name="adj" fmla="val 12903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5632704"/>
            <a:ext cx="9985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This project strengthened both frontend and backend skills while showing how a simple idea can become a complete real-world application.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05800" y="685800"/>
            <a:ext cx="2926080" cy="2103120"/>
          </a:xfrm>
          <a:prstGeom prst="ellipse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350"/>
                </a:solidFill>
              </a:rPr>
              <a:t>The URL Shortener project is a complete full-stack application built to create simple, shareable, and persistent short links. It combines an attractive frontend with reliable backend logic and database storage.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2606040"/>
            <a:ext cx="5303520" cy="1755648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88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3A73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312724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E4350"/>
                </a:solidFill>
              </a:rPr>
              <a:t>• Custom short aliases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3E4350"/>
                </a:solidFill>
              </a:rPr>
              <a:t>• Click analytics dashboard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3E4350"/>
                </a:solidFill>
              </a:rPr>
              <a:t>• QR code generation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3E4350"/>
                </a:solidFill>
              </a:rPr>
              <a:t>• User authentication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3E4350"/>
                </a:solidFill>
              </a:rPr>
              <a:t>• Link expiry and management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49808" y="47365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32C8CF"/>
          </a:solidFill>
          <a:ln w="12700">
            <a:solidFill>
              <a:srgbClr val="32C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828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Presented by Abhishek Poonia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47365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4C3A73"/>
          </a:solidFill>
          <a:ln w="12700">
            <a:solidFill>
              <a:srgbClr val="4C3A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488289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Submitted to Nivotech Solutions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595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A7AE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78240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D8494"/>
                </a:solidFill>
              </a:rPr>
              <a:t>Date: 21-04-26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65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490"/>
                </a:solidFill>
              </a:rPr>
              <a:t>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1045</Words>
  <Application>Microsoft Office PowerPoint</Application>
  <PresentationFormat>Widescreen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URL Shortener Project Presentation</dc:title>
  <dc:subject>URL Shortener Project Presentation</dc:subject>
  <dc:creator>OpenAI</dc:creator>
  <cp:lastModifiedBy>Utkarsh Pandey</cp:lastModifiedBy>
  <cp:revision>3</cp:revision>
  <dcterms:created xsi:type="dcterms:W3CDTF">2026-04-21T17:38:41Z</dcterms:created>
  <dcterms:modified xsi:type="dcterms:W3CDTF">2026-04-21T17:41:50Z</dcterms:modified>
</cp:coreProperties>
</file>